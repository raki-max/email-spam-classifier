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FCC21-1A58-46C3-A725-148FDFC27620}" v="9" dt="2025-11-04T17:36:03.8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esh Jc" userId="395069c7bd72e385" providerId="LiveId" clId="{931DAC5A-1624-40C8-B97B-951D9B6F3620}"/>
    <pc:docChg chg="custSel modSld sldOrd">
      <pc:chgData name="Rakesh Jc" userId="395069c7bd72e385" providerId="LiveId" clId="{931DAC5A-1624-40C8-B97B-951D9B6F3620}" dt="2025-11-04T17:36:03.823" v="423"/>
      <pc:docMkLst>
        <pc:docMk/>
      </pc:docMkLst>
      <pc:sldChg chg="modSp mod">
        <pc:chgData name="Rakesh Jc" userId="395069c7bd72e385" providerId="LiveId" clId="{931DAC5A-1624-40C8-B97B-951D9B6F3620}" dt="2025-11-04T17:36:03.823" v="423"/>
        <pc:sldMkLst>
          <pc:docMk/>
          <pc:sldMk cId="519586359" sldId="258"/>
        </pc:sldMkLst>
        <pc:graphicFrameChg chg="mod modGraphic">
          <ac:chgData name="Rakesh Jc" userId="395069c7bd72e385" providerId="LiveId" clId="{931DAC5A-1624-40C8-B97B-951D9B6F3620}" dt="2025-11-04T17:36:03.823" v="423"/>
          <ac:graphicFrameMkLst>
            <pc:docMk/>
            <pc:sldMk cId="519586359" sldId="258"/>
            <ac:graphicFrameMk id="7" creationId="{ACE64048-76D1-E559-97A6-1E9DA8CC9F64}"/>
          </ac:graphicFrameMkLst>
        </pc:graphicFrameChg>
      </pc:sldChg>
      <pc:sldChg chg="addSp delSp modSp mod">
        <pc:chgData name="Rakesh Jc" userId="395069c7bd72e385" providerId="LiveId" clId="{931DAC5A-1624-40C8-B97B-951D9B6F3620}" dt="2025-11-04T17:09:43.545" v="18" actId="1076"/>
        <pc:sldMkLst>
          <pc:docMk/>
          <pc:sldMk cId="2805269521" sldId="260"/>
        </pc:sldMkLst>
        <pc:picChg chg="del">
          <ac:chgData name="Rakesh Jc" userId="395069c7bd72e385" providerId="LiveId" clId="{931DAC5A-1624-40C8-B97B-951D9B6F3620}" dt="2025-11-04T17:08:43.940" v="5" actId="478"/>
          <ac:picMkLst>
            <pc:docMk/>
            <pc:sldMk cId="2805269521" sldId="260"/>
            <ac:picMk id="7" creationId="{B57C2241-1AE0-826B-FFDB-EFFD0EA9D87C}"/>
          </ac:picMkLst>
        </pc:picChg>
        <pc:picChg chg="add mod">
          <ac:chgData name="Rakesh Jc" userId="395069c7bd72e385" providerId="LiveId" clId="{931DAC5A-1624-40C8-B97B-951D9B6F3620}" dt="2025-11-04T17:09:16.841" v="12" actId="14100"/>
          <ac:picMkLst>
            <pc:docMk/>
            <pc:sldMk cId="2805269521" sldId="260"/>
            <ac:picMk id="8" creationId="{A77C8B39-FC37-B4D1-E83D-C978EBE28784}"/>
          </ac:picMkLst>
        </pc:picChg>
        <pc:picChg chg="del">
          <ac:chgData name="Rakesh Jc" userId="395069c7bd72e385" providerId="LiveId" clId="{931DAC5A-1624-40C8-B97B-951D9B6F3620}" dt="2025-11-04T17:08:46.286" v="6" actId="478"/>
          <ac:picMkLst>
            <pc:docMk/>
            <pc:sldMk cId="2805269521" sldId="260"/>
            <ac:picMk id="10" creationId="{3D8615D9-6531-1CFB-C130-1D18CD413CFD}"/>
          </ac:picMkLst>
        </pc:picChg>
        <pc:picChg chg="add mod">
          <ac:chgData name="Rakesh Jc" userId="395069c7bd72e385" providerId="LiveId" clId="{931DAC5A-1624-40C8-B97B-951D9B6F3620}" dt="2025-11-04T17:09:43.545" v="18" actId="1076"/>
          <ac:picMkLst>
            <pc:docMk/>
            <pc:sldMk cId="2805269521" sldId="260"/>
            <ac:picMk id="11" creationId="{841F4973-F9FD-BBEA-E894-D21AF8AF0569}"/>
          </ac:picMkLst>
        </pc:picChg>
      </pc:sldChg>
      <pc:sldChg chg="addSp delSp modSp mod ord">
        <pc:chgData name="Rakesh Jc" userId="395069c7bd72e385" providerId="LiveId" clId="{931DAC5A-1624-40C8-B97B-951D9B6F3620}" dt="2025-11-04T17:17:54.143" v="420"/>
        <pc:sldMkLst>
          <pc:docMk/>
          <pc:sldMk cId="1263363521" sldId="261"/>
        </pc:sldMkLst>
        <pc:spChg chg="add del mod">
          <ac:chgData name="Rakesh Jc" userId="395069c7bd72e385" providerId="LiveId" clId="{931DAC5A-1624-40C8-B97B-951D9B6F3620}" dt="2025-11-04T17:11:58.541" v="47" actId="931"/>
          <ac:spMkLst>
            <pc:docMk/>
            <pc:sldMk cId="1263363521" sldId="261"/>
            <ac:spMk id="6" creationId="{457EA05F-EC41-8378-16F3-7D65304ABD2B}"/>
          </ac:spMkLst>
        </pc:spChg>
        <pc:spChg chg="del mod">
          <ac:chgData name="Rakesh Jc" userId="395069c7bd72e385" providerId="LiveId" clId="{931DAC5A-1624-40C8-B97B-951D9B6F3620}" dt="2025-11-04T17:13:03.590" v="401"/>
          <ac:spMkLst>
            <pc:docMk/>
            <pc:sldMk cId="1263363521" sldId="261"/>
            <ac:spMk id="13" creationId="{AD219495-BD40-916A-A253-21BF4E82CE16}"/>
          </ac:spMkLst>
        </pc:spChg>
        <pc:picChg chg="add del mod">
          <ac:chgData name="Rakesh Jc" userId="395069c7bd72e385" providerId="LiveId" clId="{931DAC5A-1624-40C8-B97B-951D9B6F3620}" dt="2025-11-04T17:12:20.954" v="55" actId="478"/>
          <ac:picMkLst>
            <pc:docMk/>
            <pc:sldMk cId="1263363521" sldId="261"/>
            <ac:picMk id="8" creationId="{47478C03-BBF2-11F8-6C07-54E0E7B3E987}"/>
          </ac:picMkLst>
        </pc:picChg>
        <pc:picChg chg="add mod">
          <ac:chgData name="Rakesh Jc" userId="395069c7bd72e385" providerId="LiveId" clId="{931DAC5A-1624-40C8-B97B-951D9B6F3620}" dt="2025-11-04T17:13:12.215" v="403" actId="14100"/>
          <ac:picMkLst>
            <pc:docMk/>
            <pc:sldMk cId="1263363521" sldId="261"/>
            <ac:picMk id="10" creationId="{8BA99D70-EFF3-2D12-5412-48C4FC896D12}"/>
          </ac:picMkLst>
        </pc:picChg>
        <pc:picChg chg="del">
          <ac:chgData name="Rakesh Jc" userId="395069c7bd72e385" providerId="LiveId" clId="{931DAC5A-1624-40C8-B97B-951D9B6F3620}" dt="2025-11-04T17:09:57.297" v="19" actId="478"/>
          <ac:picMkLst>
            <pc:docMk/>
            <pc:sldMk cId="1263363521" sldId="261"/>
            <ac:picMk id="11" creationId="{B086D039-9F24-4BE4-A4A0-F425DD6079CB}"/>
          </ac:picMkLst>
        </pc:picChg>
      </pc:sldChg>
      <pc:sldChg chg="addSp delSp modSp mod ord">
        <pc:chgData name="Rakesh Jc" userId="395069c7bd72e385" providerId="LiveId" clId="{931DAC5A-1624-40C8-B97B-951D9B6F3620}" dt="2025-11-04T17:16:06.540" v="415"/>
        <pc:sldMkLst>
          <pc:docMk/>
          <pc:sldMk cId="752607158" sldId="262"/>
        </pc:sldMkLst>
        <pc:spChg chg="del mod">
          <ac:chgData name="Rakesh Jc" userId="395069c7bd72e385" providerId="LiveId" clId="{931DAC5A-1624-40C8-B97B-951D9B6F3620}" dt="2025-11-04T17:15:45.978" v="412"/>
          <ac:spMkLst>
            <pc:docMk/>
            <pc:sldMk cId="752607158" sldId="262"/>
            <ac:spMk id="3" creationId="{D3AB1971-AF7F-80EE-26ED-EA8A7E8C7C21}"/>
          </ac:spMkLst>
        </pc:spChg>
        <pc:spChg chg="add del mod">
          <ac:chgData name="Rakesh Jc" userId="395069c7bd72e385" providerId="LiveId" clId="{931DAC5A-1624-40C8-B97B-951D9B6F3620}" dt="2025-11-04T17:16:06.540" v="415"/>
          <ac:spMkLst>
            <pc:docMk/>
            <pc:sldMk cId="752607158" sldId="262"/>
            <ac:spMk id="6" creationId="{EBDED272-9F5E-8EED-973C-6B61D9528852}"/>
          </ac:spMkLst>
        </pc:spChg>
        <pc:spChg chg="add mod">
          <ac:chgData name="Rakesh Jc" userId="395069c7bd72e385" providerId="LiveId" clId="{931DAC5A-1624-40C8-B97B-951D9B6F3620}" dt="2025-11-04T17:15:58.761" v="413" actId="14100"/>
          <ac:spMkLst>
            <pc:docMk/>
            <pc:sldMk cId="752607158" sldId="262"/>
            <ac:spMk id="7" creationId="{5364F305-9E4B-0356-BB01-EB85B373E6B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(ARTIFICIAL INTELLIGENCE 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spam email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clasiffer.using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08539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2117240030053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dirty="0"/>
                        <a:t>Rakesh jc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dirty="0"/>
                        <a:t>2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11/4/2025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667" y="818147"/>
            <a:ext cx="11692466" cy="590332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4500" b="1" dirty="0"/>
              <a:t>    Introduction</a:t>
            </a:r>
          </a:p>
          <a:p>
            <a:r>
              <a:rPr lang="en-US" sz="4500" b="1" dirty="0"/>
              <a:t>Artificial Intelligence (AI)</a:t>
            </a:r>
            <a:r>
              <a:rPr lang="en-US" sz="4500" dirty="0"/>
              <a:t> helps machines think and make decisions like humans.</a:t>
            </a:r>
          </a:p>
          <a:p>
            <a:r>
              <a:rPr lang="en-US" sz="4500" b="1" dirty="0"/>
              <a:t>Machine Learning (ML)</a:t>
            </a:r>
            <a:r>
              <a:rPr lang="en-US" sz="4500" dirty="0"/>
              <a:t> allows systems to learn from data and improve automatically.</a:t>
            </a:r>
          </a:p>
          <a:p>
            <a:r>
              <a:rPr lang="en-US" sz="4500" dirty="0"/>
              <a:t>Millions of emails are sent daily — many are </a:t>
            </a:r>
            <a:r>
              <a:rPr lang="en-US" sz="4500" b="1" dirty="0"/>
              <a:t>spam</a:t>
            </a:r>
            <a:r>
              <a:rPr lang="en-US" sz="4500" dirty="0"/>
              <a:t>, which waste time or may contain harmful links.</a:t>
            </a:r>
          </a:p>
          <a:p>
            <a:r>
              <a:rPr lang="en-US" sz="4500" dirty="0"/>
              <a:t>This project uses </a:t>
            </a:r>
            <a:r>
              <a:rPr lang="en-US" sz="4500" b="1" dirty="0"/>
              <a:t>Logistic Regression</a:t>
            </a:r>
            <a:r>
              <a:rPr lang="en-US" sz="4500" dirty="0"/>
              <a:t> to classify emails as </a:t>
            </a:r>
            <a:r>
              <a:rPr lang="en-US" sz="4500" b="1" dirty="0"/>
              <a:t>Spam</a:t>
            </a:r>
            <a:r>
              <a:rPr lang="en-US" sz="4500" dirty="0"/>
              <a:t> or </a:t>
            </a:r>
            <a:r>
              <a:rPr lang="en-US" sz="4500" b="1" dirty="0"/>
              <a:t>Not Spam</a:t>
            </a:r>
            <a:r>
              <a:rPr lang="en-US" sz="4500" dirty="0"/>
              <a:t>.</a:t>
            </a:r>
          </a:p>
          <a:p>
            <a:r>
              <a:rPr lang="en-US" sz="4500" b="1" dirty="0"/>
              <a:t>Aim:</a:t>
            </a:r>
            <a:r>
              <a:rPr lang="en-US" sz="4500" dirty="0"/>
              <a:t> To build a simple, accurate, and efficient spam detection model.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sz="5500" dirty="0"/>
              <a:t>      </a:t>
            </a:r>
            <a:r>
              <a:rPr lang="en-US" sz="5500" b="1" dirty="0"/>
              <a:t>Problem Statement</a:t>
            </a:r>
          </a:p>
          <a:p>
            <a:r>
              <a:rPr lang="en-US" sz="4500" dirty="0"/>
              <a:t>Spam emails cause </a:t>
            </a:r>
            <a:r>
              <a:rPr lang="en-US" sz="4500" b="1" dirty="0"/>
              <a:t>inconvenience</a:t>
            </a:r>
            <a:r>
              <a:rPr lang="en-US" sz="4500" dirty="0"/>
              <a:t>, </a:t>
            </a:r>
            <a:r>
              <a:rPr lang="en-US" sz="4500" b="1" dirty="0"/>
              <a:t>phishing</a:t>
            </a:r>
            <a:r>
              <a:rPr lang="en-US" sz="4500" dirty="0"/>
              <a:t>, and </a:t>
            </a:r>
            <a:r>
              <a:rPr lang="en-US" sz="4500" b="1" dirty="0"/>
              <a:t>data theft</a:t>
            </a:r>
            <a:r>
              <a:rPr lang="en-US" sz="4500" dirty="0"/>
              <a:t>.</a:t>
            </a:r>
          </a:p>
          <a:p>
            <a:r>
              <a:rPr lang="en-US" sz="4500" dirty="0"/>
              <a:t>Manual filtering is </a:t>
            </a:r>
            <a:r>
              <a:rPr lang="en-US" sz="4500" b="1" dirty="0"/>
              <a:t>not practical</a:t>
            </a:r>
            <a:r>
              <a:rPr lang="en-US" sz="4500" dirty="0"/>
              <a:t>.</a:t>
            </a:r>
          </a:p>
          <a:p>
            <a:r>
              <a:rPr lang="en-US" sz="4500" dirty="0"/>
              <a:t>Need for an </a:t>
            </a:r>
            <a:r>
              <a:rPr lang="en-US" sz="4500" b="1" dirty="0"/>
              <a:t>automated system</a:t>
            </a:r>
            <a:r>
              <a:rPr lang="en-US" sz="4500" dirty="0"/>
              <a:t> that detects spam based on content.</a:t>
            </a:r>
          </a:p>
          <a:p>
            <a:r>
              <a:rPr lang="en-US" sz="4500" b="1" dirty="0"/>
              <a:t>Statement:</a:t>
            </a:r>
            <a:r>
              <a:rPr lang="en-US" sz="4500" dirty="0"/>
              <a:t> “Build a Machine Learning model that classifies emails as spam or not spam using Logistic Regression.”</a:t>
            </a:r>
          </a:p>
          <a:p>
            <a:pPr marL="0" indent="0">
              <a:buNone/>
            </a:pPr>
            <a:endParaRPr lang="en-US" sz="4500" b="1" dirty="0"/>
          </a:p>
          <a:p>
            <a:pPr marL="0" indent="0">
              <a:buNone/>
            </a:pPr>
            <a:r>
              <a:rPr lang="en-US" sz="4500" b="1" dirty="0"/>
              <a:t>     Goal / Expected Result</a:t>
            </a:r>
          </a:p>
          <a:p>
            <a:r>
              <a:rPr lang="en-US" sz="4000" dirty="0"/>
              <a:t>Develop an </a:t>
            </a:r>
            <a:r>
              <a:rPr lang="en-US" sz="4000" b="1" dirty="0"/>
              <a:t>Email Spam Classifier</a:t>
            </a:r>
            <a:r>
              <a:rPr lang="en-US" sz="4000" dirty="0"/>
              <a:t> using </a:t>
            </a:r>
            <a:r>
              <a:rPr lang="en-US" sz="4000" b="1" dirty="0"/>
              <a:t>Logistic Regression</a:t>
            </a:r>
            <a:r>
              <a:rPr lang="en-US" sz="4000" dirty="0"/>
              <a:t>.</a:t>
            </a:r>
          </a:p>
          <a:p>
            <a:r>
              <a:rPr lang="en-US" sz="4000" b="1" dirty="0"/>
              <a:t>Expected Outcomes:</a:t>
            </a:r>
            <a:endParaRPr lang="en-US" sz="4000" dirty="0"/>
          </a:p>
          <a:p>
            <a:pPr lvl="1"/>
            <a:r>
              <a:rPr lang="en-US" sz="4000" dirty="0"/>
              <a:t>Accurate spam detection.</a:t>
            </a:r>
          </a:p>
          <a:p>
            <a:pPr lvl="1"/>
            <a:r>
              <a:rPr lang="en-US" sz="4000" dirty="0"/>
              <a:t>Reduced unwanted messages.</a:t>
            </a:r>
          </a:p>
          <a:p>
            <a:pPr lvl="1"/>
            <a:r>
              <a:rPr lang="en-US" sz="4000" dirty="0"/>
              <a:t>Improved email security and productivity.</a:t>
            </a:r>
          </a:p>
          <a:p>
            <a:r>
              <a:rPr lang="en-US" sz="4000" dirty="0"/>
              <a:t>Shows how </a:t>
            </a:r>
            <a:r>
              <a:rPr lang="en-US" sz="4000" b="1" dirty="0"/>
              <a:t>AI and ML</a:t>
            </a:r>
            <a:r>
              <a:rPr lang="en-US" sz="4000" dirty="0"/>
              <a:t> solve real-world communication problems</a:t>
            </a:r>
            <a:r>
              <a:rPr lang="en-US" sz="3500" dirty="0"/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3" y="818147"/>
            <a:ext cx="11133667" cy="5903327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sz="2200" b="1" dirty="0"/>
              <a:t>Theoretical Background &amp; Algorithm Explanation</a:t>
            </a:r>
          </a:p>
          <a:p>
            <a:r>
              <a:rPr lang="en-US" sz="1900" dirty="0"/>
              <a:t>Spam email classification is a Machine Learning application used to detect unwanted or harmful emails automatically.</a:t>
            </a:r>
            <a:br>
              <a:rPr lang="en-US" sz="1900" dirty="0"/>
            </a:br>
            <a:r>
              <a:rPr lang="en-US" sz="1900" dirty="0"/>
              <a:t>This project uses </a:t>
            </a:r>
            <a:r>
              <a:rPr lang="en-US" sz="1900" b="1" dirty="0"/>
              <a:t>Logistic Regression</a:t>
            </a:r>
            <a:r>
              <a:rPr lang="en-US" sz="1900" dirty="0"/>
              <a:t>, a simple and effective algorithm for </a:t>
            </a:r>
            <a:r>
              <a:rPr lang="en-US" sz="1900" b="1" dirty="0"/>
              <a:t>binary classification</a:t>
            </a:r>
            <a:r>
              <a:rPr lang="en-US" sz="1900" dirty="0"/>
              <a:t> (Spam / Not Spam).</a:t>
            </a:r>
          </a:p>
          <a:p>
            <a:r>
              <a:rPr lang="en-US" sz="1900" dirty="0"/>
              <a:t>Other algorithms like </a:t>
            </a:r>
            <a:r>
              <a:rPr lang="en-US" sz="1900" b="1" dirty="0"/>
              <a:t>Naive Bayes</a:t>
            </a:r>
            <a:r>
              <a:rPr lang="en-US" sz="1900" dirty="0"/>
              <a:t>, </a:t>
            </a:r>
            <a:r>
              <a:rPr lang="en-US" sz="1900" b="1" dirty="0"/>
              <a:t>SVM</a:t>
            </a:r>
            <a:r>
              <a:rPr lang="en-US" sz="1900" dirty="0"/>
              <a:t>, and </a:t>
            </a:r>
            <a:r>
              <a:rPr lang="en-US" sz="1900" b="1" dirty="0"/>
              <a:t>Decision Trees</a:t>
            </a:r>
            <a:r>
              <a:rPr lang="en-US" sz="1900" dirty="0"/>
              <a:t> have been used, but Logistic Regression is preferred for its </a:t>
            </a:r>
            <a:r>
              <a:rPr lang="en-US" sz="1900" b="1" dirty="0"/>
              <a:t>simplicity</a:t>
            </a:r>
            <a:r>
              <a:rPr lang="en-US" sz="1900" dirty="0"/>
              <a:t>, </a:t>
            </a:r>
            <a:r>
              <a:rPr lang="en-US" sz="1900" b="1" dirty="0"/>
              <a:t>speed</a:t>
            </a:r>
            <a:r>
              <a:rPr lang="en-US" sz="1900" dirty="0"/>
              <a:t>, and </a:t>
            </a:r>
            <a:r>
              <a:rPr lang="en-US" sz="1900" b="1" dirty="0"/>
              <a:t>accuracy</a:t>
            </a:r>
            <a:r>
              <a:rPr lang="en-US" sz="1900" dirty="0"/>
              <a:t>.</a:t>
            </a:r>
          </a:p>
          <a:p>
            <a:r>
              <a:rPr lang="en-US" sz="2200" b="1" dirty="0"/>
              <a:t>Algorithm Steps:</a:t>
            </a:r>
            <a:endParaRPr lang="en-US" sz="2200" dirty="0"/>
          </a:p>
          <a:p>
            <a:r>
              <a:rPr lang="en-US" sz="2200" dirty="0"/>
              <a:t>Input email dataset (Spam / Not Spam).</a:t>
            </a:r>
          </a:p>
          <a:p>
            <a:r>
              <a:rPr lang="en-US" sz="2200" dirty="0"/>
              <a:t>Preprocess text – remove </a:t>
            </a:r>
            <a:r>
              <a:rPr lang="en-US" sz="2200" dirty="0" err="1"/>
              <a:t>stopwords</a:t>
            </a:r>
            <a:r>
              <a:rPr lang="en-US" sz="2200" dirty="0"/>
              <a:t>, convert to lowercase, and vectorize text.</a:t>
            </a:r>
          </a:p>
          <a:p>
            <a:r>
              <a:rPr lang="en-US" sz="2200" dirty="0"/>
              <a:t>Train the Logistic Regression model.</a:t>
            </a:r>
          </a:p>
          <a:p>
            <a:r>
              <a:rPr lang="en-US" sz="2200" dirty="0"/>
              <a:t>Predict new emails as Spam or Not Spam based on probability.</a:t>
            </a:r>
          </a:p>
          <a:p>
            <a:r>
              <a:rPr lang="en-US" sz="2200" b="1" dirty="0"/>
              <a:t>Example:</a:t>
            </a:r>
            <a:br>
              <a:rPr lang="en-US" dirty="0"/>
            </a:br>
            <a:r>
              <a:rPr lang="en-US" sz="2200" dirty="0"/>
              <a:t>“Win a free iPhone!” → Spam</a:t>
            </a:r>
            <a:br>
              <a:rPr lang="en-US" sz="2200" dirty="0"/>
            </a:br>
            <a:r>
              <a:rPr lang="en-US" sz="2200" dirty="0"/>
              <a:t>“Meeting at 10 AM.” → Not Spam</a:t>
            </a:r>
          </a:p>
          <a:p>
            <a:r>
              <a:rPr lang="en-US" sz="2200" dirty="0"/>
              <a:t> Logistic Regression provides reliable results and is suitable for small datasets, making it ideal for this project.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83FE8E47-0E22-3A49-F72D-C80805EF9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077772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0DD58CD4-DA49-D4BC-3372-F9FEE1717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954673"/>
            <a:ext cx="18473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440705"/>
              </p:ext>
            </p:extLst>
          </p:nvPr>
        </p:nvGraphicFramePr>
        <p:xfrm>
          <a:off x="1854200" y="2205222"/>
          <a:ext cx="8128000" cy="3114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23267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04733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https://github.com/RAKI-MAX/Email-Spam-Classifier/commit/c5cc28aea7f698a63c49c80ded2f317b0b6ad639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https://github.com/RAKI-MAX/Email-Spam-Classifier/blob/main/Ai%20mini%20project.docx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11744-1841-7314-5231-7CC4C07D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267326"/>
            <a:ext cx="11150600" cy="5454149"/>
          </a:xfrm>
        </p:spPr>
        <p:txBody>
          <a:bodyPr/>
          <a:lstStyle/>
          <a:p>
            <a:pPr lvl="0"/>
            <a:r>
              <a:rPr lang="en-US" u="sng" dirty="0"/>
              <a:t>Outputs:</a:t>
            </a:r>
          </a:p>
          <a:p>
            <a:pPr lvl="0"/>
            <a:endParaRPr lang="en-US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7C8B39-FC37-B4D1-E83D-C978EBE28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59" y="1949979"/>
            <a:ext cx="6091008" cy="39174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1F4973-F9FD-BBEA-E894-D21AF8AF0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086" y="1821656"/>
            <a:ext cx="5170255" cy="417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pic>
        <p:nvPicPr>
          <p:cNvPr id="10" name="Content Placeholder 9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8BA99D70-EFF3-2D12-5412-48C4FC896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32" y="1243620"/>
            <a:ext cx="8323865" cy="3023580"/>
          </a:xfrm>
        </p:spPr>
      </p:pic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364F305-9E4B-0356-BB01-EB85B373E6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533" y="2152233"/>
            <a:ext cx="1123526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Sebastian Raschka, “Python Machine Learning,” 3rd Edition,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Publishing, 2019.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Explains text classification, Logistic Regression, and model evaluation techniques used in spam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 Official Documentation — Text Classification Tutorial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 https://scikit-learn.org/stable/tutorial/text_analytics/working_with_text_data.html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detailed steps for using TF-IDF and Logistic Regression to classify text such as emails or SMS messages.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UCI Machine Learning Repository – SMS Spam Collection Dataset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 https://archive.ics.uci.edu/ml/datasets/sms+spam+collection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real-world dataset of SMS messages labeled as spam or ham (not spam), used to train and test spam classifiers.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609</Words>
  <Application>Microsoft Office PowerPoint</Application>
  <PresentationFormat>Widescreen</PresentationFormat>
  <Paragraphs>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DEPARTMENT OF CSE (ARTIFICIAL INTELLIGENCE AND MACHINE LEARNING) ACADEMIC YEAR 2025 - 2026 SEMESTER III ARTIFICIAL INTELLIGENCE LABORATORY  MINI PROJECT REVIEW   spam email clasiffer.using logistic regression</vt:lpstr>
      <vt:lpstr>PROBLEM STATEMENT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Rakesh Jc</cp:lastModifiedBy>
  <cp:revision>6</cp:revision>
  <dcterms:created xsi:type="dcterms:W3CDTF">2025-10-18T08:57:34Z</dcterms:created>
  <dcterms:modified xsi:type="dcterms:W3CDTF">2025-11-04T17:36:08Z</dcterms:modified>
</cp:coreProperties>
</file>